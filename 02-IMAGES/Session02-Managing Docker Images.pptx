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  <p:sldId id="265" r:id="rId11"/>
    <p:sldId id="266" r:id="rId12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60"/>
  </p:normalViewPr>
  <p:slideViewPr>
    <p:cSldViewPr snapToGrid="0">
      <p:cViewPr varScale="1">
        <p:scale>
          <a:sx n="51" d="100"/>
          <a:sy n="51" d="100"/>
        </p:scale>
        <p:origin x="10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4CEB9-B1AA-DBAC-6B47-A8775F31B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078B6-6D95-077C-4B78-F42997015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C4884-142B-864F-A437-3DF025BDC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11/02/2026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C052A-C3EE-A724-8BB1-9E92D1F2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7343F-A3CE-5979-E2E5-D0D8C896E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8662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3481D-A102-F19D-1D28-37F3807E1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EF0AA-E10E-A764-723A-0C4783415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4DE2F-140D-6FE9-711C-7BFF90F1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11/02/2026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AC7A4-9D84-031D-0F36-2BEF1F0D5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BCE29-09D6-D519-5783-3184ECACD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0536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BB5F-1E7A-9E82-26B8-F5DCF51F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AE516-B7B4-01FE-56C2-0CFEC2AAB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2CBD5-D736-B8C4-1F1A-079D9F4A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11/02/2026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5D93C-844A-6DC6-95BC-60DF9E96C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6A93F-A477-41BA-A9A8-8D598FD2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76346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225FB-CCEB-BE9B-E482-B8A397772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5EC04-3A1B-6B2A-90DE-7DEE30A51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93154-D764-4AE9-DCC9-499545BB7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071AC-C54F-4885-438A-276AC9F2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11/02/2026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83132-6CF5-BB14-3383-0CC2DBC16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D543A-3E11-70C2-F03F-58B2FB29F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64350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FBA3D-3BB8-59D7-A9CB-256FD86A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5E989-5462-D3A1-0BFE-5CB3D76BF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467F2-7DD4-4511-3A57-B5D41306A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B64BE6-C053-8EE0-199A-E9A8DBE29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EE06C-D13F-FE4B-68DA-91D5540E5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AD4DD2-5981-903F-0C51-5FF7BF282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11/02/2026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AB0549-0035-8451-BE99-9F11A241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4BAB44-F018-F109-9EC2-18B1A326C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38233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5C506-77D8-23AC-042C-856D680B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475A8-9B8F-5B2F-86DC-CD69FDE6F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11/02/2026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9B68E0-C421-AA59-6F93-EA6CCF283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CA369-69C3-C585-2A58-E53AF8B4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11766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37BB4E-9CA1-87B2-80F2-A47F866BC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11/02/2026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FB766-7081-A20D-37C5-0FF3FDA0E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B7DCA-E804-EF1D-8F0F-B601D2001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17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8FB7A-95AA-F9D4-4079-76404973C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2C501-3D21-9FF3-FECD-DD68FB8E9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69D2B-1F02-2DF3-84F3-74D55FD7A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955F8-46EB-A76A-7A9A-77440D0B0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11/02/2026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1396C-4D1E-3322-13A4-0E82FB1BD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DC594-1A49-F7B9-C6A2-404BEC4E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04093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4987-AD28-7F2A-CD21-FF8688BA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E5DBA-D730-DD5D-F3A2-8E2E505490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E5D79-BF11-480F-EAE2-70D9E25F8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4D3E7-CA72-663E-87BE-ABD619B1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11/02/2026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D0E9F-DB06-B6B3-D0FA-BC255C22B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83B4C-3731-32B7-B635-D39BEC07F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789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1B4AA-515E-1CF6-3752-033C44DB7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15F97-24A4-29B1-D6DB-E324E598B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0E9A4-CFD6-F478-3049-779714380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11/02/2026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F3771-E7C5-F3E1-1284-F5210CF4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9B113-A67B-F77E-46C2-82383508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27621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63CD21-8C07-67F5-3467-E4F13982D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5DEB1-DBD6-29E6-3799-57AE253CC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E18DA-45B2-3100-15BB-1F551214B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7840B-D2FB-440B-AE2F-CE8B6372882D}" type="datetimeFigureOut">
              <a:rPr lang="en-NG" smtClean="0"/>
              <a:t>11/02/2026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B9E51-D8E5-76FB-A075-BC567FD0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8006E-CC3C-FEC3-863D-6A407127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26397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D3560B-BD93-5AA8-F92E-A99BEAF1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B51A0-5014-1FB0-234D-FD10CDAF8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2ACF4-3B40-4B40-B79F-DBBAB72A3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7840B-D2FB-440B-AE2F-CE8B6372882D}" type="datetimeFigureOut">
              <a:rPr lang="en-NG" smtClean="0"/>
              <a:t>11/02/2026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8302C-1CBD-AA8D-45C8-06B8E460C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F6215-7831-AB01-B17E-EF8E6DD29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2F105-74E1-40DF-81D3-8E67877A018E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5107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B9808-357C-1186-D08A-2909EA051A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F0"/>
                </a:solidFill>
                <a:latin typeface="Arial Black" panose="020B0A04020102020204" pitchFamily="34" charset="0"/>
              </a:rPr>
              <a:t>Creating and Managing Docker Images</a:t>
            </a:r>
            <a:endParaRPr lang="en-NG" b="1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64E1E-90B8-7770-A38F-3686816BE5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1684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55F1-C576-4467-C239-45F451BC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dirty="0">
                <a:solidFill>
                  <a:srgbClr val="00B0F0"/>
                </a:solidFill>
                <a:latin typeface="Arial Black" panose="020B0A04020102020204" pitchFamily="34" charset="0"/>
              </a:rPr>
              <a:t>Docker Images and Containers</a:t>
            </a:r>
            <a:endParaRPr lang="en-NG" sz="60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43E9F8-5C95-D0EE-492A-5B49017E4E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168" y="2455101"/>
            <a:ext cx="9471664" cy="2818357"/>
          </a:xfrm>
        </p:spPr>
      </p:pic>
    </p:spTree>
    <p:extLst>
      <p:ext uri="{BB962C8B-B14F-4D97-AF65-F5344CB8AC3E}">
        <p14:creationId xmlns:p14="http://schemas.microsoft.com/office/powerpoint/2010/main" val="3501037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3AFF-E013-6D25-980D-D31EE229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What are Docker Images</a:t>
            </a:r>
            <a:endParaRPr lang="en-NG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B5681-900D-63F4-6767-2BC1CD122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Docker Image is a file used to execute code in a docker container</a:t>
            </a:r>
          </a:p>
          <a:p>
            <a:r>
              <a:rPr lang="en-US" dirty="0"/>
              <a:t>It is a set of instructions that allow you to build a docker container</a:t>
            </a:r>
          </a:p>
          <a:p>
            <a:r>
              <a:rPr lang="en-US" dirty="0"/>
              <a:t>It contains Application Code, Libraries, Tools, and everything needed to run your applications</a:t>
            </a:r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74238-D9CC-053B-E17A-3D9A8A61F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827" y="4283902"/>
            <a:ext cx="1795381" cy="182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94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021FF-7004-C651-4203-6C576C17D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00B0F0"/>
                </a:solidFill>
                <a:latin typeface="Arial Black" panose="020B0A04020102020204" pitchFamily="34" charset="0"/>
              </a:rPr>
              <a:t>Docker Architecture</a:t>
            </a:r>
            <a:endParaRPr lang="en-NG" sz="60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84DEC14-CAD9-9556-A2AA-0A14CF5921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545" y="2179449"/>
            <a:ext cx="8433233" cy="3543482"/>
          </a:xfrm>
        </p:spPr>
      </p:pic>
    </p:spTree>
    <p:extLst>
      <p:ext uri="{BB962C8B-B14F-4D97-AF65-F5344CB8AC3E}">
        <p14:creationId xmlns:p14="http://schemas.microsoft.com/office/powerpoint/2010/main" val="3368556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D6204-9A43-276F-DB83-34359660B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00B0F0"/>
                </a:solidFill>
                <a:latin typeface="Arial Black" panose="020B0A04020102020204" pitchFamily="34" charset="0"/>
              </a:rPr>
              <a:t>Docker Daemon</a:t>
            </a:r>
            <a:endParaRPr lang="en-NG" sz="60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6B44-A600-FEEA-8A1C-9598CB2AF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Docker client communicates usually with the daemon via the </a:t>
            </a:r>
            <a:r>
              <a:rPr lang="en-US" dirty="0" err="1"/>
              <a:t>unix</a:t>
            </a:r>
            <a:r>
              <a:rPr lang="en-US" dirty="0"/>
              <a:t> </a:t>
            </a:r>
            <a:r>
              <a:rPr lang="en-US" b="1" dirty="0"/>
              <a:t>socket /var/run/</a:t>
            </a:r>
            <a:r>
              <a:rPr lang="en-US" b="1" dirty="0" err="1"/>
              <a:t>docker.sock</a:t>
            </a:r>
            <a:endParaRPr lang="en-US" b="1" dirty="0"/>
          </a:p>
          <a:p>
            <a:r>
              <a:rPr lang="en-US" dirty="0"/>
              <a:t>A </a:t>
            </a:r>
            <a:r>
              <a:rPr lang="en-US" dirty="0" err="1"/>
              <a:t>unix</a:t>
            </a:r>
            <a:r>
              <a:rPr lang="en-US" dirty="0"/>
              <a:t> socket is an inter-process communication mechanism that allows bidirectional data exchange between processes running on the same machine.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964062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403AA-E0C1-D70B-82F3-6C023EA23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solidFill>
                  <a:srgbClr val="00B0F0"/>
                </a:solidFill>
                <a:latin typeface="Arial Black" panose="020B0A04020102020204" pitchFamily="34" charset="0"/>
              </a:rPr>
              <a:t>Creating Docker Images</a:t>
            </a:r>
            <a:endParaRPr lang="en-NG" sz="60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6E6A7-8AB3-731A-4C8A-63647F6D0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3 main ways you as a developer can create images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Interactive Image Creation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Using </a:t>
            </a:r>
            <a:r>
              <a:rPr lang="en-US" b="1" dirty="0" err="1"/>
              <a:t>Dockerfiles</a:t>
            </a:r>
            <a:r>
              <a:rPr lang="en-US" b="1" dirty="0"/>
              <a:t> to Build an Image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Saving and Loading Images</a:t>
            </a:r>
            <a:endParaRPr lang="en-NG" b="1" dirty="0"/>
          </a:p>
        </p:txBody>
      </p:sp>
    </p:spTree>
    <p:extLst>
      <p:ext uri="{BB962C8B-B14F-4D97-AF65-F5344CB8AC3E}">
        <p14:creationId xmlns:p14="http://schemas.microsoft.com/office/powerpoint/2010/main" val="3549473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0980-3306-4004-1A50-443010585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dirty="0">
                <a:solidFill>
                  <a:srgbClr val="00B0F0"/>
                </a:solidFill>
                <a:latin typeface="Arial Black" panose="020B0A04020102020204" pitchFamily="34" charset="0"/>
              </a:rPr>
              <a:t>Interactive Image Creation</a:t>
            </a:r>
            <a:endParaRPr lang="en-NG" sz="60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F0429-D6FA-7EE2-40C6-6F5F4C406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image build technique involves running a container interactively with a base image, then generating a new image from the base image</a:t>
            </a:r>
          </a:p>
          <a:p>
            <a:r>
              <a:rPr lang="en-US" dirty="0"/>
              <a:t>We then use the docker container commit command to generate a new image from our base image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1612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5C23-F960-5E4A-A4A2-9125F9CD4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00B0F0"/>
                </a:solidFill>
                <a:latin typeface="Arial Black" panose="020B0A04020102020204" pitchFamily="34" charset="0"/>
              </a:rPr>
              <a:t>Using Docker File</a:t>
            </a:r>
            <a:endParaRPr lang="en-NG" sz="60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D07869-D757-4364-7A6C-BB49EC3992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62" y="1878904"/>
            <a:ext cx="9322288" cy="4349847"/>
          </a:xfrm>
        </p:spPr>
      </p:pic>
    </p:spTree>
    <p:extLst>
      <p:ext uri="{BB962C8B-B14F-4D97-AF65-F5344CB8AC3E}">
        <p14:creationId xmlns:p14="http://schemas.microsoft.com/office/powerpoint/2010/main" val="1883329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7B52-DC16-8D09-0363-1D6CA5CB6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Understanding Docker Files</a:t>
            </a:r>
            <a:endParaRPr lang="en-NG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E51B01-3D84-D980-043C-1DA4F9472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654" y="1780965"/>
            <a:ext cx="1511378" cy="183524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E2384E-75A5-2E21-EE73-8779F1070266}"/>
              </a:ext>
            </a:extLst>
          </p:cNvPr>
          <p:cNvSpPr txBox="1"/>
          <p:nvPr/>
        </p:nvSpPr>
        <p:spPr>
          <a:xfrm>
            <a:off x="1895654" y="3945699"/>
            <a:ext cx="9728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It is a set of commands used to assemble a Docker Image</a:t>
            </a:r>
            <a:endParaRPr lang="en-NG" sz="2800" dirty="0"/>
          </a:p>
        </p:txBody>
      </p:sp>
    </p:spTree>
    <p:extLst>
      <p:ext uri="{BB962C8B-B14F-4D97-AF65-F5344CB8AC3E}">
        <p14:creationId xmlns:p14="http://schemas.microsoft.com/office/powerpoint/2010/main" val="1373752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EAF73-08A3-DE73-2EC4-3A091DF7A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Saving and Loading Images</a:t>
            </a:r>
            <a:endParaRPr lang="en-NG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FE3E7-70FE-0525-0EA1-6C46C58AF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third way to create a new container image is by importing or loading it from a file. </a:t>
            </a:r>
          </a:p>
          <a:p>
            <a:r>
              <a:rPr lang="en-US" dirty="0"/>
              <a:t>You use the docker image save command to export an existing image to a </a:t>
            </a:r>
            <a:r>
              <a:rPr lang="en-US" dirty="0" err="1"/>
              <a:t>tarball</a:t>
            </a:r>
            <a:r>
              <a:rPr lang="en-US" dirty="0"/>
              <a:t> file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29267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0A675-429B-8731-0642-F1A6934E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000" dirty="0">
                <a:solidFill>
                  <a:srgbClr val="00B0F0"/>
                </a:solidFill>
                <a:latin typeface="Arial Black" panose="020B0A04020102020204" pitchFamily="34" charset="0"/>
              </a:rPr>
              <a:t>Sharing and Shipping Images</a:t>
            </a:r>
            <a:endParaRPr lang="en-NG" sz="60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48A54-E0AC-CE70-2FC1-C9104771B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Sharing an image involves the following steps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Tagging an image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Understanding of Image namespaces and official images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Pushing images to an image registry</a:t>
            </a:r>
          </a:p>
          <a:p>
            <a:pPr marL="514350" indent="-514350">
              <a:buFont typeface="+mj-lt"/>
              <a:buAutoNum type="arabicPeriod"/>
            </a:pP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949377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257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Office Theme</vt:lpstr>
      <vt:lpstr>Creating and Managing Docker Images</vt:lpstr>
      <vt:lpstr>Docker Images and Containers</vt:lpstr>
      <vt:lpstr>What are Docker Images</vt:lpstr>
      <vt:lpstr>Docker Architecture</vt:lpstr>
      <vt:lpstr>Docker Daemon</vt:lpstr>
      <vt:lpstr>Creating Docker Images</vt:lpstr>
      <vt:lpstr>Interactive Image Creation</vt:lpstr>
      <vt:lpstr>Using Docker File</vt:lpstr>
      <vt:lpstr>Understanding Docker Files</vt:lpstr>
      <vt:lpstr>Saving and Loading Images</vt:lpstr>
      <vt:lpstr>Sharing and Shipping Images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OMATSOLA</dc:creator>
  <cp:lastModifiedBy>OMATSOLA</cp:lastModifiedBy>
  <cp:revision>12</cp:revision>
  <dcterms:created xsi:type="dcterms:W3CDTF">2026-02-11T01:19:25Z</dcterms:created>
  <dcterms:modified xsi:type="dcterms:W3CDTF">2026-02-11T03:14:33Z</dcterms:modified>
</cp:coreProperties>
</file>
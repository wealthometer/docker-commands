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63" d="100"/>
          <a:sy n="63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CEB9-B1AA-DBAC-6B47-A8775F31B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078B6-6D95-077C-4B78-F42997015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C4884-142B-864F-A437-3DF025BDC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C052A-C3EE-A724-8BB1-9E92D1F2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7343F-A3CE-5979-E2E5-D0D8C896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8662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481D-A102-F19D-1D28-37F3807E1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F0AA-E10E-A764-723A-0C4783415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4DE2F-140D-6FE9-711C-7BFF90F1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AC7A4-9D84-031D-0F36-2BEF1F0D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BCE29-09D6-D519-5783-3184ECACD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0536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BB5F-1E7A-9E82-26B8-F5DCF51F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AE516-B7B4-01FE-56C2-0CFEC2AAB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2CBD5-D736-B8C4-1F1A-079D9F4A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5D93C-844A-6DC6-95BC-60DF9E96C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6A93F-A477-41BA-A9A8-8D598FD2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7634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25FB-CCEB-BE9B-E482-B8A397772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5EC04-3A1B-6B2A-90DE-7DEE30A51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93154-D764-4AE9-DCC9-499545BB7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071AC-C54F-4885-438A-276AC9F2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83132-6CF5-BB14-3383-0CC2DBC1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D543A-3E11-70C2-F03F-58B2FB29F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64350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BA3D-3BB8-59D7-A9CB-256FD86A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5E989-5462-D3A1-0BFE-5CB3D76B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467F2-7DD4-4511-3A57-B5D41306A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B64BE6-C053-8EE0-199A-E9A8DBE29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EE06C-D13F-FE4B-68DA-91D5540E5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D4DD2-5981-903F-0C51-5FF7BF28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B0549-0035-8451-BE99-9F11A241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4BAB44-F018-F109-9EC2-18B1A326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38233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C506-77D8-23AC-042C-856D680B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475A8-9B8F-5B2F-86DC-CD69FDE6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B68E0-C421-AA59-6F93-EA6CCF283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CA369-69C3-C585-2A58-E53AF8B4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1176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7BB4E-9CA1-87B2-80F2-A47F866B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FB766-7081-A20D-37C5-0FF3FDA0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B7DCA-E804-EF1D-8F0F-B601D200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17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8FB7A-95AA-F9D4-4079-76404973C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2C501-3D21-9FF3-FECD-DD68FB8E9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69D2B-1F02-2DF3-84F3-74D55FD7A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955F8-46EB-A76A-7A9A-77440D0B0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1396C-4D1E-3322-13A4-0E82FB1BD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DC594-1A49-F7B9-C6A2-404BEC4E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04093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4987-AD28-7F2A-CD21-FF8688BA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E5DBA-D730-DD5D-F3A2-8E2E505490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E5D79-BF11-480F-EAE2-70D9E25F8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4D3E7-CA72-663E-87BE-ABD619B1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D0E9F-DB06-B6B3-D0FA-BC255C22B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83B4C-3731-32B7-B635-D39BEC07F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789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B4AA-515E-1CF6-3752-033C44DB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15F97-24A4-29B1-D6DB-E324E598B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0E9A4-CFD6-F478-3049-779714380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F3771-E7C5-F3E1-1284-F5210CF4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9B113-A67B-F77E-46C2-82383508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2762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63CD21-8C07-67F5-3467-E4F13982D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5DEB1-DBD6-29E6-3799-57AE253CC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E18DA-45B2-3100-15BB-1F551214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B9E51-D8E5-76FB-A075-BC567FD0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8006E-CC3C-FEC3-863D-6A407127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26397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D3560B-BD93-5AA8-F92E-A99BEAF1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B51A0-5014-1FB0-234D-FD10CDAF8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2ACF4-3B40-4B40-B79F-DBBAB72A3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7840B-D2FB-440B-AE2F-CE8B6372882D}" type="datetimeFigureOut">
              <a:rPr lang="en-NG" smtClean="0"/>
              <a:t>17/02/2026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8302C-1CBD-AA8D-45C8-06B8E460C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F6215-7831-AB01-B17E-EF8E6DD29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5107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9808-357C-1186-D08A-2909EA051A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Black" panose="020B0A04020102020204" pitchFamily="34" charset="0"/>
              </a:rPr>
              <a:t>Using Volumes in Docker</a:t>
            </a:r>
            <a:endParaRPr lang="en-NG" b="1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64E1E-90B8-7770-A38F-3686816BE5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1684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398A-044F-DAFB-CAB6-C20C09A7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Arial Black" panose="020B0A04020102020204" pitchFamily="34" charset="0"/>
              </a:rPr>
              <a:t>The Challenge </a:t>
            </a:r>
            <a:endParaRPr lang="en-NG" b="1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9E42F-DA44-3C0D-ED91-EE198F330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meaning application consume or produce data.</a:t>
            </a:r>
          </a:p>
          <a:p>
            <a:r>
              <a:rPr lang="en-US" dirty="0"/>
              <a:t>Containers are stateless applications</a:t>
            </a:r>
          </a:p>
          <a:p>
            <a:r>
              <a:rPr lang="en-US" dirty="0"/>
              <a:t>So how do we get a Stateless Application(Container) to become a stateful Application</a:t>
            </a:r>
          </a:p>
          <a:p>
            <a:r>
              <a:rPr lang="en-US" dirty="0"/>
              <a:t>The solution is to use </a:t>
            </a:r>
            <a:r>
              <a:rPr lang="en-US" dirty="0" err="1"/>
              <a:t>DockerVolumes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4811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55F1-C576-4467-C239-45F451BC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dirty="0">
                <a:solidFill>
                  <a:srgbClr val="00B0F0"/>
                </a:solidFill>
                <a:latin typeface="Arial Black" panose="020B0A04020102020204" pitchFamily="34" charset="0"/>
              </a:rPr>
              <a:t>Docker Volumes and Containers</a:t>
            </a:r>
            <a:endParaRPr lang="en-NG" sz="60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493376-DCB8-82AC-0B6F-9206BFB31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65" y="3571493"/>
            <a:ext cx="6748269" cy="3390839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2ED6AE-38F0-3D63-34AF-1C76456565DE}"/>
              </a:ext>
            </a:extLst>
          </p:cNvPr>
          <p:cNvSpPr txBox="1"/>
          <p:nvPr/>
        </p:nvSpPr>
        <p:spPr>
          <a:xfrm>
            <a:off x="1079653" y="1994053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Docker volumes consume, produce &amp; modify state.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 can be kept after container dies. Volumes have lifecycles that go beyond the lifecycle of a container.</a:t>
            </a:r>
            <a:endParaRPr lang="en-NG" sz="2800" dirty="0"/>
          </a:p>
        </p:txBody>
      </p:sp>
    </p:spTree>
    <p:extLst>
      <p:ext uri="{BB962C8B-B14F-4D97-AF65-F5344CB8AC3E}">
        <p14:creationId xmlns:p14="http://schemas.microsoft.com/office/powerpoint/2010/main" val="350103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3AFF-E013-6D25-980D-D31EE229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Types Of Volumes</a:t>
            </a:r>
            <a:endParaRPr lang="en-NG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B5681-900D-63F4-6767-2BC1CD122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Bind Mount(Host Volumes)</a:t>
            </a:r>
          </a:p>
          <a:p>
            <a:r>
              <a:rPr lang="en-US" dirty="0"/>
              <a:t>Docker Volumes</a:t>
            </a:r>
          </a:p>
          <a:p>
            <a:r>
              <a:rPr lang="en-US" dirty="0"/>
              <a:t>TMPFS Mount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553943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21FF-7004-C651-4203-6C576C17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00B0F0"/>
                </a:solidFill>
                <a:latin typeface="Arial Black" panose="020B0A04020102020204" pitchFamily="34" charset="0"/>
              </a:rPr>
              <a:t>Bind Mount</a:t>
            </a:r>
            <a:endParaRPr lang="en-NG" sz="60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E8EADB-3FE0-3E57-9D1C-972F72735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925" y="3035373"/>
            <a:ext cx="6782149" cy="333392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189E14-A661-2A8A-21C4-E11FC9824CA2}"/>
              </a:ext>
            </a:extLst>
          </p:cNvPr>
          <p:cNvSpPr txBox="1"/>
          <p:nvPr/>
        </p:nvSpPr>
        <p:spPr>
          <a:xfrm>
            <a:off x="1076960" y="1442720"/>
            <a:ext cx="9987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Bind Mount allows the host to share its own filesystem to the container file system.</a:t>
            </a:r>
            <a:endParaRPr lang="en-NG" sz="2800" dirty="0"/>
          </a:p>
        </p:txBody>
      </p:sp>
    </p:spTree>
    <p:extLst>
      <p:ext uri="{BB962C8B-B14F-4D97-AF65-F5344CB8AC3E}">
        <p14:creationId xmlns:p14="http://schemas.microsoft.com/office/powerpoint/2010/main" val="336855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6204-9A43-276F-DB83-34359660B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00B0F0"/>
                </a:solidFill>
                <a:latin typeface="Arial Black" panose="020B0A04020102020204" pitchFamily="34" charset="0"/>
              </a:rPr>
              <a:t>Docker Volumes</a:t>
            </a:r>
            <a:endParaRPr lang="en-NG" sz="60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6B44-A600-FEEA-8A1C-9598CB2AF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are volumes that are managed by Docker</a:t>
            </a:r>
          </a:p>
          <a:p>
            <a:r>
              <a:rPr lang="en-US" dirty="0"/>
              <a:t>We have no control over these types of volumes</a:t>
            </a:r>
          </a:p>
        </p:txBody>
      </p:sp>
    </p:spTree>
    <p:extLst>
      <p:ext uri="{BB962C8B-B14F-4D97-AF65-F5344CB8AC3E}">
        <p14:creationId xmlns:p14="http://schemas.microsoft.com/office/powerpoint/2010/main" val="964062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F6528-DE81-0306-F056-EDDF573A1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F8AE-C5CF-9674-1041-721A62A7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00B0F0"/>
                </a:solidFill>
                <a:latin typeface="Arial Black" panose="020B0A04020102020204" pitchFamily="34" charset="0"/>
              </a:rPr>
              <a:t>TMPFS Mount</a:t>
            </a:r>
            <a:endParaRPr lang="en-NG" sz="60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D7162-95D7-5F19-A5BE-6C70702DF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02055"/>
          </a:xfrm>
        </p:spPr>
        <p:txBody>
          <a:bodyPr/>
          <a:lstStyle/>
          <a:p>
            <a:r>
              <a:rPr lang="en-US" dirty="0"/>
              <a:t>This involves mounting your volume to the RAM.</a:t>
            </a:r>
          </a:p>
          <a:p>
            <a:r>
              <a:rPr lang="en-US" dirty="0"/>
              <a:t>It serves as a temporary storage file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F8F055-F3D0-4226-9047-1648386F0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774" y="2903042"/>
            <a:ext cx="7029811" cy="346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184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142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Office Theme</vt:lpstr>
      <vt:lpstr>Using Volumes in Docker</vt:lpstr>
      <vt:lpstr>The Challenge </vt:lpstr>
      <vt:lpstr>Docker Volumes and Containers</vt:lpstr>
      <vt:lpstr>Types Of Volumes</vt:lpstr>
      <vt:lpstr>Bind Mount</vt:lpstr>
      <vt:lpstr>Docker Volumes</vt:lpstr>
      <vt:lpstr>TMPFS Mount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OMATSOLA</dc:creator>
  <cp:lastModifiedBy>OMATSOLA</cp:lastModifiedBy>
  <cp:revision>23</cp:revision>
  <dcterms:created xsi:type="dcterms:W3CDTF">2026-02-11T01:19:25Z</dcterms:created>
  <dcterms:modified xsi:type="dcterms:W3CDTF">2026-02-18T04:50:44Z</dcterms:modified>
</cp:coreProperties>
</file>